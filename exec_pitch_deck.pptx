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GeniusSeeker Sales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  <a:latin typeface="Calibri"/>
              </a:rPr>
              <a:t>AI-Powered Sales Training for Orion's Growing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0248" y="3200400"/>
            <a:ext cx="36576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1C40F"/>
                </a:solidFill>
                <a:latin typeface="Calibri"/>
              </a:rPr>
              <a:t>$30 / rep / month  •  30-Day Faster Ramp  •  Zero Manager Overhead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Presented to Orion Leadership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Problem: Every New Rep Costs You 4–5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651760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94560"/>
                </a:solidFill>
                <a:latin typeface="Calibri"/>
              </a:rPr>
              <a:t>4.5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Average ramp time
for Orion reps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2651760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94560"/>
                </a:solidFill>
                <a:latin typeface="Calibri"/>
              </a:rPr>
              <a:t>~45%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Productivity during
ramp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2651760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94560"/>
                </a:solidFill>
                <a:latin typeface="Calibri"/>
              </a:rPr>
              <a:t>~$75K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Estimated revenue
missed per new hire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280160"/>
            <a:ext cx="2651760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4173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94560"/>
                </a:solidFill>
                <a:latin typeface="Calibri"/>
              </a:rPr>
              <a:t>8–16/year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New hires as team
grows to 80 reps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14300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Calibri"/>
              </a:rPr>
              <a:t>The feedback loop is too long. Reps make mistakes on real accounts, managers find out weeks later, and the pattern repeats.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029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  <a:latin typeface="Calibri"/>
              </a:rPr>
              <a:t>With 39 reps today and 80 in two years, slow ramp is a compounding revenue problem — not a training inconvenience.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Solution: A Flight Simulator for Sales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5778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09728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Customer Roleplay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Practice any dealer call — 8 personas, 4 difficulty levels. The AI pushes back like a real buyer.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778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109728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Account-Based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Rep selects a real dealer account. AI plays that specific buyer with their barriers and category gaps.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55778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09728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Scoring &amp; Coaching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918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Every session scored on 5 dimensions. Coaching notes + exact phrases the rep should have used.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788920"/>
            <a:ext cx="55778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788920"/>
            <a:ext cx="109728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Manager Intelligence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918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Real-time visibility into every rep's skill level, coaching needs, and practice activity.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43400"/>
            <a:ext cx="55778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109728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 Progression Levels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L1 → L5 progression tied to training scores. Reps see their own improvement. Managers too.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43400"/>
            <a:ext cx="557784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343400"/>
            <a:ext cx="109728" cy="14173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RingCentral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Import real call logs. Compare simulator practice vs. live call activity side by side.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1C40F"/>
                </a:solidFill>
                <a:latin typeface="Calibri"/>
              </a:rPr>
              <a:t>Available on day one. No setup. No IT project. Reps log in and start practicing.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Business Case: 28x ROI in Year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486400" cy="5029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560"/>
                </a:solidFill>
                <a:latin typeface="Calibri"/>
              </a:rPr>
              <a:t>Year 1 Model  (39 reps)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Average quota per 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83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$2,000,000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6654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Ramp time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6654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4.5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Ramp time with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3500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3.5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Time saved per new hire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33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Productivity during ramp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169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00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8386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Revenue recovered per 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8386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≈ $22,500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New hires in 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7673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 reps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507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Total revenue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05079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≈ $180,000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79976"/>
            <a:ext cx="521208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Annual tool cost  (39 × $30 × 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617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$14,040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01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Net annual benefit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9011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94560"/>
                </a:solidFill>
                <a:latin typeface="Calibri"/>
              </a:rPr>
              <a:t>≈ $165,960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84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ROI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1846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94560"/>
                </a:solidFill>
                <a:latin typeface="Calibri"/>
              </a:rPr>
              <a:t>≈ 28×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Payback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4681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94560"/>
                </a:solidFill>
                <a:latin typeface="Calibri"/>
              </a:rPr>
              <a:t>&lt; 1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143000"/>
            <a:ext cx="5394960" cy="1234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1887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28×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13716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ROI in Year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514600"/>
            <a:ext cx="539496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603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&lt; 1 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743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Payback period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886200"/>
            <a:ext cx="5394960" cy="12344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$30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1148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per rep / month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257800"/>
            <a:ext cx="5394960" cy="12344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30352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4864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reps in 2 years
= $28,800/yr ACV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Managers See: One View for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577840" cy="14447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09728" cy="14447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 Comparison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Every AE side-by-side: revenue, captures, comp status, training score, level, and missed upside. Spot coaching opportunities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77840" cy="14447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109728" cy="14447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Auto-Generated Coaching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System flags: low simulator scores, execution gaps (practicing but not calling), training gaps (calling but not practicing).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07208"/>
            <a:ext cx="5577840" cy="14447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07208"/>
            <a:ext cx="109728" cy="14447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98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Simulator Activity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8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Every practice session logged: dealer name, buyer, score, difficulty, coaching note. Filter by rep, dealer, or score range.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07208"/>
            <a:ext cx="5577840" cy="14447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807208"/>
            <a:ext cx="109728" cy="14447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986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RingCentral Call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10128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Import real call logs. See call volume, connect rate, and duration alongside simulator scores for a complete performance picture.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79976"/>
            <a:ext cx="5577840" cy="14447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379976"/>
            <a:ext cx="109728" cy="14447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714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 Leaderboard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82896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Combined performance score from simulator skill + call volume + connect rate. Transparency drives healthy competition.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79976"/>
            <a:ext cx="5577840" cy="14447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379976"/>
            <a:ext cx="109728" cy="14447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4714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Compensation 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82896"/>
            <a:ext cx="5212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Each rep's KPI attainment status: Ramp, Base, or Accelerated tier. See who's on track and who's leaving money on the table.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1C40F"/>
                </a:solidFill>
                <a:latin typeface="Calibri"/>
              </a:rPr>
              <a:t>No more guessing who needs coaching. No more waiting for the QBR to find out a rep is struggling.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$30 / Rep / Month — Pilot Structures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474720" cy="3200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$30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per rep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39 reps = $14,040/yr
80 reps = $28,800/yr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Less than 1 Gong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657600" cy="1600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91440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984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A: Full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All 39 reps, 12-month contract.
$14,040/year. Standard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188720"/>
            <a:ext cx="3657600" cy="1600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188720"/>
            <a:ext cx="91440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2984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B: 90-Day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1737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10 reps for 90 days ($900).
Full rollout trigger on adoption.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017520"/>
            <a:ext cx="3657600" cy="1600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3017520"/>
            <a:ext cx="91440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1272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C: Team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66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1 sales team, 60-day review.
Success = manager sign-off on KPIs.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3017520"/>
            <a:ext cx="3657600" cy="1600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3017520"/>
            <a:ext cx="91440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31272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D: Success-Based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3566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Full rollout with price guarantee.
Partial rebate if ramp doesn't improve.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4892040"/>
            <a:ext cx="3657600" cy="1600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4892040"/>
            <a:ext cx="91440" cy="1600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50017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E: Growth 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44067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Lock $30 rate as you grow to 80.
No price increase for 24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Anticipated Questions — and the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alibri"/>
              </a:rPr>
              <a:t>"Will reps actually use it?"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Usage is tied to their progression level and comp readiness score — the incentive is built in. We also see 7-10 min sessions fit naturally into morning call prep.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58568"/>
            <a:ext cx="11430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58568"/>
            <a:ext cx="109728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04287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alibri"/>
              </a:rPr>
              <a:t>"How is this different from training videos?"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04287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video shows a perfect call. This forces reps to have the hard conversation, get pushed back on, and see exactly where they fell short. Active vs. passive.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74136"/>
            <a:ext cx="11430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374136"/>
            <a:ext cx="109728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198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alibri"/>
              </a:rPr>
              <a:t>"What if the AI gives wrong advice?"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19856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AI plays the customer — it's not coaching. The scoring rubric reflects your actual sales process. You control what 'good' looks like.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9704"/>
            <a:ext cx="11430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489704"/>
            <a:ext cx="109728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354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alibri"/>
              </a:rPr>
              <a:t>"We have no training budget line for this."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35424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Orion currently spends $0 on structured sales training — this isn't a switching cost, it's a first investment. One rep who ramps 30 days faster recovers ~$22,500 in revenue. 8 new hires = $180K impact against a $14K tool cost. This isn't a budget ask — it's a $14K decision with a 28x return.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05272"/>
            <a:ext cx="11430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605272"/>
            <a:ext cx="109728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650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alibri"/>
              </a:rPr>
              <a:t>"We already have onboarding materials."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650992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Materials tell reps what to do. This makes them practice doing it — with a customer who pushes back. One is reading about swimming, the other is getting in the pool.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280160"/>
            <a:ext cx="7616952" cy="2011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417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94560"/>
                </a:solidFill>
                <a:latin typeface="Calibri"/>
              </a:rPr>
              <a:t>90-Day Pilot: 10 Reps  |  $900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03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At the end of 90 days, we review:
• Rep ramp progress vs. baseline
• Manager-reported coaching efficiency
• Simulator score trajectory (start vs. end)
If the data supports it — we expand to all 39 reps.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23774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23774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
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Approve 90-day pilot
(10 reps, $900)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657600"/>
            <a:ext cx="23774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3657600"/>
            <a:ext cx="23774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703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
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1605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Onboard pilot reps
(&lt; 1 hour setup)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657600"/>
            <a:ext cx="23774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3657600"/>
            <a:ext cx="23774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03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3
Day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First check-in:
score trends &amp; usage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3657600"/>
            <a:ext cx="237744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3657600"/>
            <a:ext cx="23774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703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4
Day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1605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Review outcomes
&amp; expand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7150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1C40F"/>
                </a:solidFill>
                <a:latin typeface="Calibri"/>
              </a:rPr>
              <a:t>Risk: $900 and 90 days.  Upside: $165,000+ net benefit and a team that ramps faster at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  <a:latin typeface="Calibri"/>
              </a:rPr>
              <a:t>Questions?  •  Let's run a live simulation right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